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Evolve the Harness,</a:t>
            </a:r>
          </a:p>
          <a:p>
            <a:pPr algn="l">
              <a:spcAft>
                <a:spcPts val="1600"/>
              </a:spcAft>
            </a:pPr>
            <a:r>
              <a:rPr sz="5000" b="1" i="0">
                <a:solidFill>
                  <a:srgbClr val="7C5CFF"/>
                </a:solidFill>
                <a:latin typeface="Arial"/>
              </a:rPr>
              <a:t>Not (Just) the Model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C8CCD8"/>
                </a:solidFill>
                <a:latin typeface="Arial"/>
              </a:rPr>
              <a:t>Reinforcement learning on agent harnesses — reproduced locally on a frozen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66C7A"/>
                </a:solidFill>
                <a:latin typeface="Arial"/>
              </a:rPr>
              <a:t>HarnessX  ·  “Don't Train the Model, Evolve the Harness”  ·  τ²-Bench retail  ·  Claude Code as meta-agent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7C5CFF"/>
                </a:solidFill>
                <a:latin typeface="Arial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“A frozen open model that solves 0% of a legal-agent benchmark end to end</a:t>
            </a:r>
          </a:p>
          <a:p>
            <a:pPr algn="l">
              <a:spcAft>
                <a:spcPts val="20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is not as weak as that score looks. Zero model weights changed.”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22C55E"/>
                </a:solidFill>
                <a:latin typeface="Arial"/>
              </a:rPr>
              <a:t>Same model. Change the wrapper. Double-digit accuracy gains.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C8CCD8"/>
                </a:solidFill>
                <a:latin typeface="Arial"/>
              </a:rPr>
              <a:t>The question isn't “which model” — it's “which harness.”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What is a “harness”?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runtime wrapper around the model.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Context assembly · tools · memory · control flow · error recovery · evaluation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agent = model.agentic(harness)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Model = a fixed reasoning ceiling.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Harness = how much of that ceiling you actually realize.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Vanilla off-the-shelf harnesses are fine at baseline.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Vertical-specific use cases need the harness to evolve with them — or you design your own.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Why? Each domain fails differently. One harness can't serve every vertical.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Two papers, one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HarnessX (arXiv:2606.14249): MetaAgent.evolve() over trajectories — frozen Qwen3.5-9B / GPT-5.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+14.5% avg, up to +44%. Weakest model gains most.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“Evolve the Harness” (Niklaus): Meta-Harness proposer + gate — frozen DeepSeek-V4-Pro, legal vertical.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63.4% → 80.1% (+16.7pp).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Both: zero model-weight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How harness evolution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R0: run tasks → LLM-judge each trajectory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Meta-agent reads the failures → writes a new config.yaml (+ processors)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Gate: keep if reward improves past tolerance, else revert to best-so-far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Repeat. It's harness-edit-as-MDP: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state = config + traces   ·   action = one edit   ·   reward = gated pass-delta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Why it works — the core teaching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Most failures are NOT reasoning failures — they're harness failures: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wrong file path · chunked-write corruption · malformed tool JSON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context overflow · loop-without-progress · premature / wrong-context action</a:t>
            </a:r>
          </a:p>
          <a:p>
            <a:pPr algn="l">
              <a:spcAft>
                <a:spcPts val="1400"/>
              </a:spcAft>
            </a:pPr>
            <a:r>
              <a:rPr sz="2100" b="0" i="1">
                <a:solidFill>
                  <a:srgbClr val="7C5CFF"/>
                </a:solidFill>
                <a:latin typeface="Arial"/>
              </a:rPr>
              <a:t>“For a weak agent, a lot of ‘capability’ is I/O discipline the scaffold can guarantee.”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punchline: code beats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1">
                <a:solidFill>
                  <a:srgbClr val="7C5CFF"/>
                </a:solidFill>
                <a:latin typeface="Arial"/>
              </a:rPr>
              <a:t>“Five of the top six harnesses are deterministic code, not prompt edits.”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Prompt edits: local, brittle, don't transfer across models.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Code fixes: structural, portable, testable, versionable.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But it's not only code — 4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evolver edits the whole harness, not just processors: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Instruction = prompts / guidance    ·    Action = tools / skills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Control = deterministic processors    ·    Configuration = memory, compaction, knobs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Which lever wins depends on your model + your vertical's bottleneck: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strong model → prompts   ·   weak model → control code   ·   long-context → memory/compaction   ·   retrieval →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So: evolve the dimension your vertical is bottlenecked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1">
                <a:solidFill>
                  <a:srgbClr val="7C5CFF"/>
                </a:solidFill>
                <a:latin typeface="Arial"/>
              </a:rPr>
              <a:t>“Prompt dominance scales inversely with base-model strength.” — HarnessX paper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Legal / retail reliability (frozen/weak model) → deterministic code dominates.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LoCoMo long-context → memory + compaction. GAIA retrieval → tools. Sonnet → prompts.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This is the stronger thesis: not just a vertical-specific harness — the vertical-specific LEVER.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Inverse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weakest model gains the most.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ALFWorld Qwen3.5-9B: 53 → 97 (+44)   vs   Sonnet: 83.6 → 94.8 (+11.2)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Harness evolution makes small / cheap models punch up.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Caveat: a capability floor exists — below it, evolution can't compound.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Vertical-specific 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τ²-Bench = real business verticals: retail · airline · telecom.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Evolve each independently — database tasks need different processors than pure-logic puzzles.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Reference (retail, Qwen3.5-27B agent): 0.807 → 0.965, 18/22 badcases fixed.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Elsewhere: Database domain 0% → 53.8%.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Our reproduction — a real lift (telecom)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666C7A"/>
                </a:solidFill>
                <a:latin typeface="Arial"/>
              </a:rPr>
              <a:t>same frozen model throughout · evolved the harness, not the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Frozen qwen3:32B (local, llama.cpp), τ²-Bench telecom, same 4 mobile_data_issue tasks.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Vanilla harness (system prompt + token budget only):  avg reward = 0.500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+ IRMA PolicyHint (telecom policy alerts):            avg reward = 0.750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+0.25 absolute, +50% relative — zero model-weight changes, no regressions.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Mechanism: [POLICY ALERT] injected → agent calls enable_roaming → rescues the abroad task 0.0 → 1.0.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Why telecom worked where retail didn't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Retail = strict DB-equality grading → a Q4 local model scores ~0, nothing to lift.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Telecom = lenient outcome-state grading → non-zero baseline the harness can move.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Cause ↔ lever alignment: vanilla fails the roaming task; IRMA's rule targets exactly that.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Not at ceiling: 32B solves easy tasks (1.0), fails user_abroad (0.0) — room for the harness.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A weaker 8B agent would show a BIGGER gap — inverse scaling.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An honest note on reproducing the *number*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The METHOD reproduces on a laptop: diagnose trace → pick lever → author component → measure.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The benchmark + grading choice matters: pick a domain where the model has a non-zero baseline.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Small samples are noisy — one task hit an infra timeout; the paper uses 100+ tasks, pass^k, trials.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Reference at scale (27B retail): 0.807 → 0.965. Our local telecom: 0.50 → 0.75.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The meta-agent is YOU (Claude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evolve() = an agent that reads traces and writes config. We used Claude Code directly.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read failure trajectories → diagnose the pattern → author a processor → re-eval → keep if it gates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No RL training. No GPU. The loop runs on a laptop.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1824"/>
                </a:solidFill>
                <a:latin typeface="Arial"/>
              </a:rPr>
              <a:t>Reproduce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1824"/>
                </a:solidFill>
                <a:latin typeface="Arial"/>
              </a:rPr>
              <a:t>uv + Ollama + one fork.  make baseline → (Claude Code evolves) → make eval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Gotcha we hit: LLAMA_API_KEY in your shell 401s all local inference — unset it.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41824"/>
                </a:solidFill>
                <a:latin typeface="Arial"/>
              </a:rPr>
              <a:t>•  Fork: github.com/epuerta9/HarnessX  (branch workshop/harness-evolution)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 i="0">
                <a:solidFill>
                  <a:srgbClr val="22C55E"/>
                </a:solidFill>
                <a:latin typeface="Arial"/>
              </a:rPr>
              <a:t>1.  The harness, not just the model, determines agent performance.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2.  Vertical-specific → evolve (or design) a vertical-specific harness.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22C55E"/>
                </a:solidFill>
                <a:latin typeface="Arial"/>
              </a:rPr>
              <a:t>3.  The wins are mostly deterministic code — testable, portable, versionable.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4.  Own your harness components: optimization tracks business-need drift.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22C55E"/>
                </a:solidFill>
                <a:latin typeface="Arial"/>
              </a:rPr>
              <a:t>5.  Weakest models gain most — harness evolution is how small models punch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