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Vertical-specific → evolve (or design) a vertical-specific harness.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The wins are mostly deterministic code — testable, portable, versionable.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Own your harness components: optimization tracks business-need drift.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Weakest models gain most — harness evolution is how small models punch 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