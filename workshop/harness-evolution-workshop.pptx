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a real lift (telecom)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same frozen model throughout · evolved the harness, not the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Frozen qwen3:32B (local, llama.cpp), τ²-Bench telecom, same 4 mobile_data_issue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harness (system prompt + token budget only):  avg reward = 0.500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 IRMA PolicyHint (telecom policy alerts):            avg reward = 0.750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+0.25 absolute, +50% relative — zero model-weight changes, no regressions.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Mechanism: [POLICY ALERT] injected → agent calls enable_roaming → rescues the abroad task 0.0 → 1.0.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telecom worked where retail didn't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= strict DB-equality grading → a Q4 local model scores ~0, nothing to lift.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Telecom = lenient outcome-state grading → non-zero baseline the harness can move.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Cause ↔ lever alignment: vanilla fails the roaming task; IRMA's rule targets exactly that.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Not at ceiling: 32B solves easy tasks (1.0), fails user_abroad (0.0) — room for the harness.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weaker 8B agent would show a BIGGER gap — inverse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Designing the vertical benchmark is HALF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benchmark IS the reward function for agentic RL. No signal → no evolution.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benchmark you can evolve against needs: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  · a non-zero baseline (model not floored)   · room (not at ceiling)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  · a failure mode that matches a lever   · grading that gives a gradient (partial credit / enough tasks)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(strict DB) → 0.00 dead end.  Telecom (lenient) → moves.  GSM8K → clean gradient.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 agents need vertical benchmarks — co-design the harness AND the benchmark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reproducing the *number*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METHOD reproduces on a laptop: diagnose trace → pick lever → author component → measure.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benchmark + grading choice matters: pick a domain where the model has a non-zero baseline.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Small samples are noisy — one task hit an infra timeout; the paper uses 100+ tasks, pass^k, trials.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at scale (27B retail): 0.807 → 0.965. Our local telecom: 0.50 → 0.75.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this workshop runs — you drive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slide-watching. You run the loop on your laptop.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1. Run the vanilla baseline → watch a frozen model FAIL a real benchmark task.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2. Read the trace frontmatter → feel it's a harness failure, not a reasoning one.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3. Invoke the harness-evolver skill → YOUR Claude Code diagnoses + authors a fix.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4. make eval → see the number move. Loop until it lifts.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reference solution is shipped — but try your own lever first.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Harness evolution IS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“operational mirror” — with the model FROZEN: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the HarnessConfig   ·   Action = pull one of the 4 levers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Policy = a stronger model reading the traces (that's Claude Code)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Reward = the benchmark score   ·   Rollout = re-run the task set   ·   Gate = keep if reward↑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Agentic RL = use a stronger model to read traces, pick the lever, re-run, keep what improves.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Which lever moved the number</a:t>
            </a:r>
          </a:p>
        </p:txBody>
      </p:sp>
      <p:pic>
        <p:nvPicPr>
          <p:cNvPr id="3" name="Picture 2" descr="lever-result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67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model. The lever lifts the score only when the benchmark gives a signal AND the failure matches the lever.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Which component makes the biggest difference?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Ablation: run vanilla / control-only / IRMA-only / full on the SAME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Single-trial trap: variance (±0.25) is as big as the effect — the same config scores 0.50 OR 0.75 by luck.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So you CANNOT rank components from one run. Attribution is statistical, not anecdotal.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Fix: multiple trials (pass^k) + task-level check + leave-one-out to kill inert processors.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Task-level signal: IRMA's roaming alert rescues the roaming task; control processors are inert here.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Reproducible in one command:  bash workshop/ablate.sh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Attribution (3 trials): one component did the work</a:t>
            </a:r>
          </a:p>
        </p:txBody>
      </p:sp>
      <p:pic>
        <p:nvPicPr>
          <p:cNvPr id="3" name="Picture 2" descr="attribu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2648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Multi-trial averaging clears the noise: IRMA (+0.167) drives the lift; the 5 control processors are inert (−0.083). Leave-one-out would drop them.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Did we prove the paper? (partly — yes)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A FROZEN model's benchmark score rose via a harness edit alone (telecom 0.50 → 0.75).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The moat is the infrastructure — we diagnosed + evolved purely off typed processors + structured traces.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Lever mix is context-dependent — IRMA worked on telecom, did nothing on retail (grading mismatch).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Ceiling/floor effects — 32B at ceiling on easy tasks; strict retail grading = effective floor.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reproduced (needs scale): +14.5% magnitudes, multi-round + the 3 RL pathologies, AEGIS, co-evolution.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Crutch or capability? Two value props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Deterministic Control fixes (roaming alert, ParseRetry) are a CRUTCH — they recover latent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capability a frozen model failed to apply. Real, but capped at the model's ceiling.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Instruction (reasoning scaffolds) + Action (tools/skills) ADD realized capability — not plumbing.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To raise the ceiling itself, you need loop 2: RL on the weights (co-evolution). Different game.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On a frozen model, the most capability-like levers are reasoning scaffolds + new tools.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The harness elicits latent reasoning (GSM8K)</a:t>
            </a:r>
          </a:p>
        </p:txBody>
      </p:sp>
      <p:pic>
        <p:nvPicPr>
          <p:cNvPr id="3" name="Picture 2" descr="reasoning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060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qwen3:8B. A reflect scaffold (re-derive + self-check) lifts GSM8K 0.65 → 0.97 and CRT 0.53 → 0.73. Realized reasoning, not I/O.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The spectrum of harness value (all 3 levers, real numbers)</a:t>
            </a:r>
          </a:p>
        </p:txBody>
      </p:sp>
      <p:pic>
        <p:nvPicPr>
          <p:cNvPr id="3" name="Picture 2" descr="levers-spectrum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4155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Action ADDS capability (private KB 0.00 → 1.00, can't → can). Instruction reshapes reasoning (GSM8K 0.65 → 0.97). Control recovers latent (telecom 0.50 → 0.75, a crutch). Same frozen model throughout.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Action lever — genuine capability (can't → 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frozen model CANNOT know your private data — it's not in the weights.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on a private company KB: 0/12 — every fact hallucinated (Sentinel Arm → $12,500, not $8,450).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Add a kb_search tool (Action lever): 12/12 — it retrieves the fact and answers.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That's NEW capability, not a crutch — and it's the whole reason vertical agents exist: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proprietary knowledge, tools, and APIs the base model will never have.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REALIZED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We improved a frozen model's benchmark score by evolving the harness alone (0.50 → 0.75).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Vertical agents need a STRONG BENCHMARK to evolve against — it's the reward signal.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Off-the-shelf model + off-the-shelf harness plateaus: nothing tells you which lever to move.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Agentic RL: a stronger model reads traces → picks the lever → re-runs → keeps what improves.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6.  This is how you squeeze a cheap, frozen model to punch up on YOUR problem.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