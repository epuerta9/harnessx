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the “before”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τ²-Bench retail · same frozen model throughout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harness (harness_config_base.yaml): system prompt + token budget. That's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loop detection. No parse retry. No tool correction. No tool filtering.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Frozen local model: qwen3:8b via llama.cpp (M5 Pro, 48 GB).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Local retail baseline (5 tasks): 0.00 (0/5, retail) avg reward — every task failed.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Task 2 looped 7+ minutes with no progress (nothing to stop it).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“after” — what the meta-agent added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6 deterministic processors, 0 prompt edits: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LoopDetection · ParseRetry · ToolCallCorrection · ToolFailureGuard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PhaseAwareToolFilter (read-only until step 2 — no premature writes)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StopGuard (+8pp on retail alone) · IRMA policy hints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Mechanism, same 8B: loops are caught in seconds, not minutes; no premature writes.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Reward lift shows above the capability floor — reference (27B): 0.807 → 0.965.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the local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8B on retail sits near the capability floor — baseline 0.00, so little reward to recover.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This mirrors the paper: “below a capability floor, evolution cannot compound.”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Where a weak model DOES gain hugely: ALFWorld 9B 53 → 97 (+44).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laptop deliverable is the METHOD + the deterministic-code config diff — both reproduce.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Vertical-specific → evolve (or design) a vertical-specific harness.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The wins are mostly deterministic code — testable, portable, versionable.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Own your harness components: optimization tracks business-need drift.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Weakest models gain most — harness evolution is how small models punch 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