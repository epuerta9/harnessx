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Harness evolution IS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“operational mirror” — with the model FROZEN: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the HarnessConfig   ·   Action = pull one of the 4 levers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Policy = a stronger model reading the traces (that's Claude Code)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Reward = the benchmark score   ·   Rollout = re-run the task set   ·   Gate = keep if reward↑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Agentic RL = use a stronger model to read traces, pick the lever, re-run, keep what improves.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Which lever moved the number</a:t>
            </a:r>
          </a:p>
        </p:txBody>
      </p:sp>
      <p:pic>
        <p:nvPicPr>
          <p:cNvPr id="3" name="Picture 2" descr="lever-result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67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model. The lever lifts the score only when the benchmark gives a signal AND the failure matches the lever.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Which component makes the biggest difference?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Ablation: run vanilla / control-only / IRMA-only / full on the SAME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Single-trial trap: variance (±0.25) is as big as the effect — the same config scores 0.50 OR 0.75 by luck.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So you CANNOT rank components from one run. Attribution is statistical, not anecdotal.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Fix: multiple trials (pass^k) + task-level check + leave-one-out to kill inert processors.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Task-level signal: IRMA's roaming alert rescues the roaming task; control processors are inert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Reproducible in one command:  bash workshop/ablate.sh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Attribution (3 trials): one component did the work</a:t>
            </a:r>
          </a:p>
        </p:txBody>
      </p:sp>
      <p:pic>
        <p:nvPicPr>
          <p:cNvPr id="3" name="Picture 2" descr="attribu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2648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Multi-trial averaging clears the noise: IRMA (+0.167) drives the lift; the 5 control processors are inert (−0.083). Leave-one-out would drop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Did we prove the paper? (partly — yes)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A FROZEN model's benchmark score rose via a harness edit alone (telecom 0.50 → 0.75).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The moat is the infrastructure — we diagnosed + evolved purely off typed processors + structured traces.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Lever mix is context-dependent — IRMA worked on telecom, did nothing on retail (grading mismatch).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Ceiling/floor effects — 32B at ceiling on easy tasks; strict retail grading = effective floor.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reproduced (needs scale): +14.5% magnitudes, multi-round + the 3 RL pathologies, AEGIS, co-evolution.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REALIZED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We improved a frozen model's benchmark score by evolving the harness alone (0.50 → 0.75).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Vertical agents need a STRONG BENCHMARK to evolve against — it's the reward signal.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Off-the-shelf model + off-the-shelf harness plateaus: nothing tells you which lever to move.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Agentic RL: a stronger model reads traces → picks the lever → re-runs → keeps what improves.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6.  This is how you squeeze a cheap, frozen model to punch up on YOUR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